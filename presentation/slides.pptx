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TC Avant Garde Gothic" panose="020B0604020202020204" charset="0"/>
      <p:regular r:id="rId11"/>
    </p:embeddedFont>
    <p:embeddedFont>
      <p:font typeface="TT Fors" panose="020B0604020202020204" charset="0"/>
      <p:regular r:id="rId12"/>
    </p:embeddedFont>
    <p:embeddedFont>
      <p:font typeface="TT For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4949824"/>
            <a:chOff x="0" y="0"/>
            <a:chExt cx="13017500" cy="65997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Personal Portfolio Web Application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ABDULJALIL ALSHAQAQIQ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3474" y="9181465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>
                <a:solidFill>
                  <a:srgbClr val="CBD2D9"/>
                </a:solidFill>
                <a:latin typeface="TT Fors"/>
                <a:ea typeface="TT Fors"/>
                <a:cs typeface="TT Fors"/>
                <a:sym typeface="TT Fors"/>
              </a:rPr>
              <a:t>Presented by Abduljalil Alshaqaqiq</a:t>
            </a:r>
          </a:p>
        </p:txBody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7CCD7452-CB97-D0DE-45E2-E75837EB43D7}"/>
              </a:ext>
            </a:extLst>
          </p:cNvPr>
          <p:cNvGrpSpPr/>
          <p:nvPr/>
        </p:nvGrpSpPr>
        <p:grpSpPr>
          <a:xfrm>
            <a:off x="6720678" y="8472867"/>
            <a:ext cx="4846643" cy="1791955"/>
            <a:chOff x="0" y="0"/>
            <a:chExt cx="6462190" cy="2389273"/>
          </a:xfrm>
        </p:grpSpPr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9E3CACC9-B927-A612-FBA2-FA5B748F3D50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D677587F-4D96-3548-AAB6-D0ADF946912E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BFD197B5-3542-4E60-492C-A92E8390A661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061460"/>
            <a:chOff x="0" y="0"/>
            <a:chExt cx="11099800" cy="541528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1685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Purpose and Rationale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671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This portfolio web application aims to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showcase skills and projects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interactively and professionally, targeting recruiters and peers in the industry while offering a polished and responsive experience.</a:t>
              </a:r>
            </a:p>
          </p:txBody>
        </p:sp>
      </p:grpSp>
      <p:grpSp>
        <p:nvGrpSpPr>
          <p:cNvPr id="12" name="Group 14">
            <a:extLst>
              <a:ext uri="{FF2B5EF4-FFF2-40B4-BE49-F238E27FC236}">
                <a16:creationId xmlns:a16="http://schemas.microsoft.com/office/drawing/2014/main" id="{1276C822-789C-3CA5-7CF8-4FC24B1D91D5}"/>
              </a:ext>
            </a:extLst>
          </p:cNvPr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A3D69682-96A4-B92D-2114-E7CDEAD5933E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DFBB3F4-AAB1-CAB7-0BC0-E58A26BBE01E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7951EC1E-1FB5-31C5-5C7F-853011C33F2A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CBD2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Main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7829550"/>
            <a:ext cx="6886575" cy="1790753"/>
            <a:chOff x="0" y="0"/>
            <a:chExt cx="9182100" cy="2387671"/>
          </a:xfrm>
        </p:grpSpPr>
        <p:sp>
          <p:nvSpPr>
            <p:cNvPr id="4" name="TextBox 4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 random developer tip generator enriches the user experience by providing useful insights and advice during their browsing session.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Developer Tips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6886575" cy="1790753"/>
            <a:chOff x="0" y="0"/>
            <a:chExt cx="9182100" cy="2387671"/>
          </a:xfrm>
        </p:grpSpPr>
        <p:sp>
          <p:nvSpPr>
            <p:cNvPr id="7" name="TextBox 7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Users can efficiently search, filter, and sort projects, allowing for quick access to relevant information tailored to their interests.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Search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457450"/>
            <a:ext cx="6886575" cy="1790753"/>
            <a:chOff x="0" y="0"/>
            <a:chExt cx="9182100" cy="238767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Users can toggle between light and dark themes, with their preference persisted using localStorage for a personalized experience.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Light/Dark Theme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829550"/>
            <a:ext cx="6886575" cy="1790753"/>
            <a:chOff x="0" y="0"/>
            <a:chExt cx="9182100" cy="2387671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contact form features client-side validation and backend submission, ensuring secure and seamless communication between users and the admin.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Contact Form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6400" y="5143500"/>
            <a:ext cx="6886575" cy="1790753"/>
            <a:chOff x="0" y="0"/>
            <a:chExt cx="9182100" cy="238767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app integrates live data from GitHub repositories, showcasing project updates dynamically to keep users informed of recent changes.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Live GitHub Feed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96400" y="2457450"/>
            <a:ext cx="6886575" cy="1790753"/>
            <a:chOff x="0" y="0"/>
            <a:chExt cx="9182100" cy="238767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34791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application greets users with a personalized message, remembering their names and session duration to enhance engagement.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Personalized Greeting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4010025" cy="1583690"/>
            <a:chOff x="0" y="0"/>
            <a:chExt cx="5346700" cy="211158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4007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spc="-5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frontend stack utilizes React, enhanced with Vite for speed.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4290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038850"/>
            <a:ext cx="4010025" cy="1955165"/>
            <a:chOff x="0" y="0"/>
            <a:chExt cx="5346700" cy="260688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4007"/>
              <a:ext cx="53467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spc="-5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backend is built with Express and MongoDB for data management.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4290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6038850"/>
            <a:ext cx="4010025" cy="1955165"/>
            <a:chOff x="0" y="0"/>
            <a:chExt cx="5346700" cy="260688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4007"/>
              <a:ext cx="53467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spc="-52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Data flows securely through API endpoints for efficient user interaction.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4290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225"/>
            <a:ext cx="1407795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 dirty="0">
                <a:solidFill>
                  <a:srgbClr val="CBD2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Technical Architecture Overview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6750" y="5143500"/>
            <a:ext cx="819150" cy="446049"/>
            <a:chOff x="0" y="0"/>
            <a:chExt cx="1092200" cy="594732"/>
          </a:xfrm>
        </p:grpSpPr>
        <p:sp>
          <p:nvSpPr>
            <p:cNvPr id="13" name="Freeform 13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9850" y="5143500"/>
            <a:ext cx="819150" cy="446049"/>
            <a:chOff x="0" y="0"/>
            <a:chExt cx="1092200" cy="594732"/>
          </a:xfrm>
        </p:grpSpPr>
        <p:sp>
          <p:nvSpPr>
            <p:cNvPr id="16" name="Freeform 16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172950" y="5143500"/>
            <a:ext cx="819150" cy="446049"/>
            <a:chOff x="0" y="0"/>
            <a:chExt cx="1092200" cy="594732"/>
          </a:xfrm>
        </p:grpSpPr>
        <p:sp>
          <p:nvSpPr>
            <p:cNvPr id="19" name="Freeform 19"/>
            <p:cNvSpPr/>
            <p:nvPr/>
          </p:nvSpPr>
          <p:spPr>
            <a:xfrm>
              <a:off x="497468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594732" cy="594732"/>
            </a:xfrm>
            <a:custGeom>
              <a:avLst/>
              <a:gdLst/>
              <a:ahLst/>
              <a:cxnLst/>
              <a:rect l="l" t="t" r="r" b="b"/>
              <a:pathLst>
                <a:path w="594732" h="594732">
                  <a:moveTo>
                    <a:pt x="0" y="0"/>
                  </a:moveTo>
                  <a:lnTo>
                    <a:pt x="594732" y="0"/>
                  </a:lnTo>
                  <a:lnTo>
                    <a:pt x="594732" y="594732"/>
                  </a:lnTo>
                  <a:lnTo>
                    <a:pt x="0" y="5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14">
            <a:extLst>
              <a:ext uri="{FF2B5EF4-FFF2-40B4-BE49-F238E27FC236}">
                <a16:creationId xmlns:a16="http://schemas.microsoft.com/office/drawing/2014/main" id="{39841052-E271-45A9-10B9-EC923D8601AA}"/>
              </a:ext>
            </a:extLst>
          </p:cNvPr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1A044FEF-F878-1D4A-5782-857005DE7EC4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EDB7069B-231C-F269-8342-34CBDB98DBB9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E085151C-8CFE-4EAE-4550-E016012B6029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B021A0-5770-7E09-4D13-84515A57F2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7" r="-1" b="-1"/>
          <a:stretch>
            <a:fillRect/>
          </a:stretch>
        </p:blipFill>
        <p:spPr>
          <a:xfrm>
            <a:off x="627015" y="704792"/>
            <a:ext cx="4842441" cy="201233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9FAA56-5818-5883-9C78-906F516AA7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12" y="1076735"/>
            <a:ext cx="4876548" cy="1206946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4CA84B-901A-12C0-1D8E-4B31361118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16" y="4139409"/>
            <a:ext cx="4842435" cy="202171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D45E1-C3A2-4179-4652-8AF20647E7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54"/>
          <a:stretch>
            <a:fillRect/>
          </a:stretch>
        </p:blipFill>
        <p:spPr>
          <a:xfrm>
            <a:off x="626533" y="7417649"/>
            <a:ext cx="4838655" cy="233030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41436-B9D2-A11E-0A10-AAF268B050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743" y="7508727"/>
            <a:ext cx="4769106" cy="214609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32690" y="-1020"/>
            <a:ext cx="6355310" cy="1028802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D2088-83C6-0233-74F3-210A721A948A}"/>
              </a:ext>
            </a:extLst>
          </p:cNvPr>
          <p:cNvSpPr txBox="1"/>
          <p:nvPr/>
        </p:nvSpPr>
        <p:spPr>
          <a:xfrm>
            <a:off x="12423228" y="1515727"/>
            <a:ext cx="4260586" cy="50309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Picture from the web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428661"/>
            <a:ext cx="12031113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6857323"/>
            <a:ext cx="12170978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478" y="-1020"/>
            <a:ext cx="0" cy="10287004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31113" y="-1020"/>
            <a:ext cx="0" cy="336042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54C91E-2C6C-3EE3-A709-C5F48DAE37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564" y="3954654"/>
            <a:ext cx="3373469" cy="257227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510954" y="6857323"/>
            <a:ext cx="2839042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3762375"/>
            <a:chOff x="0" y="0"/>
            <a:chExt cx="815850" cy="4457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445727"/>
            </a:xfrm>
            <a:custGeom>
              <a:avLst/>
              <a:gdLst/>
              <a:ahLst/>
              <a:cxnLst/>
              <a:rect l="l" t="t" r="r" b="b"/>
              <a:pathLst>
                <a:path w="815850" h="445727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r="-3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34675" y="4733925"/>
            <a:ext cx="6886575" cy="4886325"/>
            <a:chOff x="0" y="0"/>
            <a:chExt cx="815850" cy="5788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5850" cy="578881"/>
            </a:xfrm>
            <a:custGeom>
              <a:avLst/>
              <a:gdLst/>
              <a:ahLst/>
              <a:cxnLst/>
              <a:rect l="l" t="t" r="r" b="b"/>
              <a:pathLst>
                <a:path w="815850" h="578881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4" r="-1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8324850" cy="5071110"/>
            <a:chOff x="0" y="0"/>
            <a:chExt cx="11099800" cy="676148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Integration in Development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Enhancing Project with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8133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AI ChatGPT for </a:t>
              </a:r>
              <a:r>
                <a:rPr lang="en-US" sz="2100" b="1" dirty="0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creative support</a:t>
              </a:r>
              <a:r>
                <a:rPr lang="en-US" sz="2100" dirty="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and manual code implementation significantly improved the user experience, ensuring functionality and aesthetics aligned with project goals.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96D936C-3C8F-EE7B-4019-23FF38221A26}"/>
              </a:ext>
            </a:extLst>
          </p:cNvPr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D8F334A-C78A-2F36-77B6-195B622EDB90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5D84447-8C45-B443-5115-53F9F29AB1ED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474BE1E-3D35-C802-DAA0-1D6A1662D3A9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Admin Inbox Deep-Dive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In-depth exploration of inbox features and security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56435"/>
            <a:chOff x="0" y="0"/>
            <a:chExt cx="9182100" cy="26085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admin inbox was created for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secure message management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, ensuring only authorized personnel can access sensitive information through a secret header.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Rationale &amp; Security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56435"/>
            <a:chOff x="0" y="0"/>
            <a:chExt cx="9182100" cy="26085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Unique IDs are generated using a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MongoDB Counter model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, starting at 100000 to maintain organization and avoid conflicts in message identification.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Unique Incremental IDs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56435"/>
            <a:chOff x="0" y="0"/>
            <a:chExt cx="9182100" cy="26085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55700"/>
              <a:ext cx="9182100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Implemented filtering allows admins to search by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email or date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, making it easier to sort and manage incoming messages efficiently.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Filtering Capabilities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143500"/>
            <a:ext cx="6886575" cy="2699385"/>
            <a:chOff x="0" y="0"/>
            <a:chExt cx="9182100" cy="35991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Gained valuable insights into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effective state management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practices using React. Implemented hooks for improved component interaction and reactivity, leading to a more robust application structure.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React State Management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143500"/>
            <a:ext cx="6886575" cy="2699385"/>
            <a:chOff x="0" y="0"/>
            <a:chExt cx="9182100" cy="35991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Learned the significance of </a:t>
              </a:r>
              <a:r>
                <a:rPr lang="en-US" sz="2100" b="1">
                  <a:solidFill>
                    <a:srgbClr val="CBD2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robust API error handling</a:t>
              </a:r>
              <a:r>
                <a:rPr lang="en-US" sz="2100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 to enhance user experience. Established comprehensive validation and error messages, ensuring users understand issues and can resolve them efficiently.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API Error Handling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11201400" cy="3171825"/>
            <a:chOff x="0" y="0"/>
            <a:chExt cx="14935200" cy="42291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49352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Lessons Learned &amp; Future Improvements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814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Insights and upcoming goals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91BED0-C37A-7949-EFF9-B967F93DDBF5}"/>
              </a:ext>
            </a:extLst>
          </p:cNvPr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6683517-3439-44B8-96EB-19F97BB73860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89DD69-0DB1-4EF9-FACB-176D9703D462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A7C8D05-52D3-9B80-2E2E-0E976B90C901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3543300"/>
            <a:chOff x="0" y="0"/>
            <a:chExt cx="9182100" cy="4724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Demo Highlights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362325"/>
              <a:ext cx="9182100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features showcased in the portfolio application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1562100"/>
            <a:ext cx="6886575" cy="1919827"/>
            <a:chOff x="0" y="0"/>
            <a:chExt cx="9182100" cy="255977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34576"/>
              <a:ext cx="9182100" cy="1425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Users can effortlessly switch between light and dark modes, enhancing accessibility and personal preference while maintaining a visually appealing design.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Theme Toggle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6886575" cy="1919827"/>
            <a:chOff x="0" y="0"/>
            <a:chExt cx="9182100" cy="255977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34576"/>
              <a:ext cx="9182100" cy="1425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The application enables users to easily filter and sort projects, allowing for quick access to relevant work and showcasing versatility.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Projects Filtering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38010"/>
            <a:ext cx="6886575" cy="1919827"/>
            <a:chOff x="0" y="0"/>
            <a:chExt cx="9182100" cy="255977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34576"/>
              <a:ext cx="9182100" cy="1425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CBD2D9"/>
                  </a:solidFill>
                  <a:latin typeface="TT Fors"/>
                  <a:ea typeface="TT Fors"/>
                  <a:cs typeface="TT Fors"/>
                  <a:sym typeface="TT Fors"/>
                </a:rPr>
                <a:t>A dynamic feed integrates live data from GitHub repositories, presenting the latest updates on projects and contributions directly within the portfolio.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9182100" cy="614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94"/>
                </a:lnSpc>
                <a:spcBef>
                  <a:spcPct val="0"/>
                </a:spcBef>
              </a:pPr>
              <a:r>
                <a:rPr lang="en-US" sz="2567" u="none" strike="noStrike" spc="-77">
                  <a:solidFill>
                    <a:srgbClr val="CBD2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GitHub Feed</a:t>
              </a:r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056DF27E-7137-5AA3-977E-65969F8935EF}"/>
              </a:ext>
            </a:extLst>
          </p:cNvPr>
          <p:cNvGrpSpPr/>
          <p:nvPr/>
        </p:nvGrpSpPr>
        <p:grpSpPr>
          <a:xfrm>
            <a:off x="7961" y="8427606"/>
            <a:ext cx="4846643" cy="1791955"/>
            <a:chOff x="0" y="0"/>
            <a:chExt cx="6462190" cy="2389273"/>
          </a:xfrm>
        </p:grpSpPr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4C8E67BC-941F-80DE-A0DD-AC6441BFAAF7}"/>
                </a:ext>
              </a:extLst>
            </p:cNvPr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1814B42-D484-C1A0-1BF6-CB9E9A8EE3FB}"/>
                </a:ext>
              </a:extLst>
            </p:cNvPr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95293915-D2CF-4B0A-1067-C9A8907AF3F0}"/>
                </a:ext>
              </a:extLst>
            </p:cNvPr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503</Words>
  <Application>Microsoft Office PowerPoint</Application>
  <PresentationFormat>Custom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ITC Avant Garde Gothic</vt:lpstr>
      <vt:lpstr>Calibri</vt:lpstr>
      <vt:lpstr>Arial</vt:lpstr>
      <vt:lpstr>TT Fors</vt:lpstr>
      <vt:lpstr>TT Fors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Personal Portfolio Web Application</dc:title>
  <dc:description>Presentation - Personal Portfolio Web Application</dc:description>
  <cp:lastModifiedBy>HUSSAIN IBRAHIM ABDULLAH ALSHAQAQIQ</cp:lastModifiedBy>
  <cp:revision>3</cp:revision>
  <dcterms:created xsi:type="dcterms:W3CDTF">2006-08-16T00:00:00Z</dcterms:created>
  <dcterms:modified xsi:type="dcterms:W3CDTF">2025-12-12T00:50:11Z</dcterms:modified>
  <dc:identifier>DAG7QODVzvI</dc:identifier>
</cp:coreProperties>
</file>